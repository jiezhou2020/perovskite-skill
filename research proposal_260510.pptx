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本日</a:t>
            </a:r>
            <a:r>
              <a:rPr lang="ja-JP" altLang="en-US"/>
              <a:t>はお</a:t>
            </a:r>
            <a:r>
              <a:rPr lang="zh-CN" altLang="en-US"/>
              <a:t>時間</a:t>
            </a:r>
            <a:r>
              <a:rPr lang="ja-JP" altLang="en-US"/>
              <a:t>をいただき</a:t>
            </a:r>
            <a:r>
              <a:rPr lang="zh-CN" altLang="en-US"/>
              <a:t>、誠</a:t>
            </a:r>
            <a:r>
              <a:rPr lang="ja-JP" altLang="en-US"/>
              <a:t>にありがとうございます</a:t>
            </a:r>
            <a:r>
              <a:rPr lang="zh-CN" altLang="en-US"/>
              <a:t>。</a:t>
            </a:r>
            <a:endParaRPr lang="zh-CN" altLang="en-US"/>
          </a:p>
          <a:p>
            <a:r>
              <a:rPr lang="ja-JP" altLang="zh-CN"/>
              <a:t>私はリン　イギョウと申します。</a:t>
            </a:r>
            <a:endParaRPr lang="zh-CN" altLang="en-US"/>
          </a:p>
          <a:p>
            <a:r>
              <a:rPr lang="ja-JP" altLang="en-US"/>
              <a:t>それでは</a:t>
            </a:r>
            <a:r>
              <a:rPr lang="zh-CN" altLang="en-US"/>
              <a:t>、研究内容</a:t>
            </a:r>
            <a:r>
              <a:rPr lang="ja-JP" altLang="en-US"/>
              <a:t>についてご</a:t>
            </a:r>
            <a:r>
              <a:rPr lang="zh-CN" altLang="en-US"/>
              <a:t>説明</a:t>
            </a:r>
            <a:r>
              <a:rPr lang="ja-JP" altLang="en-US"/>
              <a:t>させていただきます</a:t>
            </a:r>
            <a:r>
              <a:rPr lang="zh-CN" altLang="en-US"/>
              <a:t>。</a:t>
            </a:r>
            <a:endParaRPr lang="zh-CN" altLang="en-US"/>
          </a:p>
          <a:p>
            <a:r>
              <a:rPr lang="ja-JP" altLang="zh-CN"/>
              <a:t>何卒宜しくお願い致します。</a:t>
            </a:r>
            <a:endParaRPr lang="ja-JP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直接连接符 8"/>
          <p:cNvCxnSpPr/>
          <p:nvPr/>
        </p:nvCxnSpPr>
        <p:spPr>
          <a:xfrm>
            <a:off x="-81" y="695276"/>
            <a:ext cx="1220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1056620" y="-6985"/>
            <a:ext cx="468000" cy="46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0" y="695325"/>
            <a:ext cx="3097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Proposal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725" y="2891790"/>
            <a:ext cx="11553825" cy="107632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Multi-mechanism Characterization Decoupling of Photoinduced Phase Segregation in Wide-Bandgap Perovskites</a:t>
            </a:r>
            <a:endParaRPr lang="en-US" altLang="zh-CN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71860" y="5242560"/>
            <a:ext cx="1120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Lin Weiye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9636125" y="5565140"/>
            <a:ext cx="256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Examination No.287048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636125" y="5859780"/>
            <a:ext cx="256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2026/01/13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" y="0"/>
            <a:ext cx="1215898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0" y="-3810"/>
            <a:ext cx="10065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b="1" dirty="0"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插图</a:t>
            </a:r>
            <a:endParaRPr kumimoji="1" lang="zh-CN" altLang="en-US" sz="2400" b="1" dirty="0">
              <a:latin typeface="Times New Roman" panose="020206030504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4794885" y="2427605"/>
            <a:ext cx="7397115" cy="1550035"/>
            <a:chOff x="7550" y="3397"/>
            <a:chExt cx="11649" cy="2441"/>
          </a:xfrm>
        </p:grpSpPr>
        <p:grpSp>
          <p:nvGrpSpPr>
            <p:cNvPr id="32" name="组合 31"/>
            <p:cNvGrpSpPr/>
            <p:nvPr/>
          </p:nvGrpSpPr>
          <p:grpSpPr>
            <a:xfrm>
              <a:off x="7550" y="3460"/>
              <a:ext cx="3375" cy="2378"/>
              <a:chOff x="779" y="1622"/>
              <a:chExt cx="7898" cy="5466"/>
            </a:xfrm>
          </p:grpSpPr>
          <p:pic>
            <p:nvPicPr>
              <p:cNvPr id="33" name="图片 3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79" y="1622"/>
                <a:ext cx="7899" cy="5467"/>
              </a:xfrm>
              <a:prstGeom prst="rect">
                <a:avLst/>
              </a:prstGeom>
            </p:spPr>
          </p:pic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86" y="1740"/>
                <a:ext cx="1110" cy="1500"/>
              </a:xfrm>
              <a:prstGeom prst="rect">
                <a:avLst/>
              </a:prstGeom>
            </p:spPr>
          </p:pic>
        </p:grp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65" y="3508"/>
              <a:ext cx="8135" cy="20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文本框 63"/>
            <p:cNvSpPr txBox="1"/>
            <p:nvPr/>
          </p:nvSpPr>
          <p:spPr>
            <a:xfrm>
              <a:off x="8013" y="3397"/>
              <a:ext cx="53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/>
                <a:t>(a)</a:t>
              </a:r>
              <a:endParaRPr lang="en-US" altLang="zh-CN" sz="120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0973" y="3417"/>
              <a:ext cx="53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/>
                <a:t>(b)</a:t>
              </a:r>
              <a:endParaRPr lang="en-US" altLang="zh-CN" sz="1200"/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890" y="4264660"/>
            <a:ext cx="2922270" cy="187642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575" y="4239895"/>
            <a:ext cx="1986915" cy="1901190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9540" y="399415"/>
            <a:ext cx="8242300" cy="2009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WPS 演示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</vt:lpstr>
      <vt:lpstr>Microsoft YaHei</vt:lpstr>
      <vt:lpstr>Times New Roman</vt:lpstr>
      <vt:lpstr>ＭＳ 明朝</vt:lpstr>
      <vt:lpstr>ＭＳ Ｐゴシック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Jones lwy</cp:lastModifiedBy>
  <cp:revision>5</cp:revision>
  <dcterms:created xsi:type="dcterms:W3CDTF">2023-08-09T12:44:00Z</dcterms:created>
  <dcterms:modified xsi:type="dcterms:W3CDTF">2026-05-10T06:13:08Z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A66FE5F0D0EE41CDBDDEB21AF7FFF2D7_12</vt:lpwstr>
  </property>
</Properties>
</file>